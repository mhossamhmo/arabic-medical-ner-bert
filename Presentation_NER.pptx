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32499300" cy="18288000"/>
  <p:notesSz cx="6858000" cy="9144000"/>
  <p:embeddedFontLs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17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04497" y="7082708"/>
            <a:ext cx="14699832" cy="371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3"/>
              </a:lnSpc>
            </a:pPr>
            <a:r>
              <a:rPr lang="en-US" sz="2170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DAG8vbREFe8</dc:identifier>
  <dcterms:modified xsi:type="dcterms:W3CDTF">2011-08-01T06:04:30Z</dcterms:modified>
  <cp:revision>1</cp:revision>
  <dc:title>Thank You!</dc:title>
</cp:coreProperties>
</file>